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Libre Franklin Bold" pitchFamily="2" charset="0"/>
      <p:regular r:id="rId17"/>
    </p:embeddedFont>
    <p:embeddedFont>
      <p:font typeface="Libre Franklin Medium" pitchFamily="34" charset="-120"/>
      <p:regular r:id="rId18"/>
    </p:embeddedFont>
    <p:embeddedFont>
      <p:font typeface="Libre Franklin SemiBold" pitchFamily="2" charset="0"/>
      <p:regular r:id="rId19"/>
    </p:embeddedFont>
    <p:embeddedFont>
      <p:font typeface="Playfair Display" pitchFamily="2" charset="0"/>
      <p:regular r:id="rId20"/>
    </p:embeddedFont>
    <p:embeddedFont>
      <p:font typeface="Playfair Display SemiBold" pitchFamily="2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2.fntdata" /><Relationship Id="rId3" Type="http://schemas.openxmlformats.org/officeDocument/2006/relationships/slide" Target="slides/slide2.xml" /><Relationship Id="rId21" Type="http://schemas.openxmlformats.org/officeDocument/2006/relationships/font" Target="fonts/font5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1.fntdata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font" Target="fonts/font4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font" Target="fonts/font3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415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C0F0B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C0F0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0D5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5" Type="http://schemas.openxmlformats.org/officeDocument/2006/relationships/theme" Target="../theme/theme1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6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4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10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4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0" spc="90" dirty="0">
                <a:solidFill>
                  <a:srgbClr val="FFFFFF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PROJECT DETAILS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1008162"/>
            <a:ext cx="10972526" cy="10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200" dirty="0">
                <a:solidFill>
                  <a:srgbClr val="F5E2B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Student Details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585" y="2264767"/>
            <a:ext cx="10972526" cy="158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950"/>
              </a:spcAft>
              <a:buNone/>
            </a:pPr>
            <a:r>
              <a:rPr lang="en-US" sz="1750" b="1" dirty="0">
                <a:solidFill>
                  <a:srgbClr val="FFFFFF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Project:</a:t>
            </a: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 Giriraje Food Restaurant Website</a:t>
            </a:r>
            <a:endParaRPr lang="en-US" sz="17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Prepared by:</a:t>
            </a: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 vivek &amp; viraj</a:t>
            </a:r>
            <a:endParaRPr lang="en-US" sz="17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Class:</a:t>
            </a: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 BCA1 &amp; div-D</a:t>
            </a:r>
            <a:endParaRPr lang="en-US" sz="17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Roll No.:</a:t>
            </a: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 36,42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09585" y="4153892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09585" y="4490442"/>
            <a:ext cx="1158211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Web design and presentation project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2" y="1666875"/>
            <a:ext cx="990575" cy="990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87" y="2823766"/>
            <a:ext cx="11626559" cy="1188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Giriraje Food Restaurant</a:t>
            </a:r>
            <a:endParaRPr lang="en-US" sz="7800" dirty="0"/>
          </a:p>
        </p:txBody>
      </p:sp>
      <p:sp>
        <p:nvSpPr>
          <p:cNvPr id="4" name="Text 1"/>
          <p:cNvSpPr/>
          <p:nvPr/>
        </p:nvSpPr>
        <p:spPr>
          <a:xfrm>
            <a:off x="507987" y="4025900"/>
            <a:ext cx="4202107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A simple food website idea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12" y="4648200"/>
            <a:ext cx="11182070" cy="95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7987" y="4934248"/>
            <a:ext cx="47666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FOOD · DISCOVERY · GUEST VISIT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0" spc="90" dirty="0">
                <a:solidFill>
                  <a:srgbClr val="F5E2BD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GIRIRAJE FOOD RESTAURANT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1008162"/>
            <a:ext cx="10972526" cy="10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200" dirty="0">
                <a:solidFill>
                  <a:srgbClr val="F5E2B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Target Audience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585" y="2264767"/>
            <a:ext cx="10972526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• Families looking for a comfortable dining experience</a:t>
            </a:r>
            <a:endParaRPr lang="en-US" sz="17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• Students and young adults exploring local food</a:t>
            </a:r>
            <a:endParaRPr lang="en-US" sz="17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• Visitors who want to discover Giriraje’s menu, service, and restaurant style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09585" y="3569692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09585" y="3906242"/>
            <a:ext cx="1158211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A clear website helps every guest decide with confidence.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76698" cy="6858000"/>
          </a:xfrm>
          <a:prstGeom prst="rect">
            <a:avLst/>
          </a:prstGeom>
          <a:solidFill>
            <a:srgbClr val="6C0F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31789" y="503932"/>
            <a:ext cx="29537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 H E D I G I TA L I D E 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31789" y="840978"/>
            <a:ext cx="4684397" cy="1941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website</a:t>
            </a:r>
            <a:endParaRPr lang="en-US" sz="5200" dirty="0"/>
          </a:p>
          <a:p>
            <a:pPr marL="0" indent="0" algn="l">
              <a:lnSpc>
                <a:spcPct val="82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made for food</a:t>
            </a:r>
            <a:endParaRPr lang="en-US" sz="5200" dirty="0"/>
          </a:p>
          <a:p>
            <a:pPr marL="0" indent="0" algn="l">
              <a:lnSpc>
                <a:spcPct val="82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lovers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31789" y="5158581"/>
            <a:ext cx="4397860" cy="1198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website brings the food,</a:t>
            </a:r>
            <a:endParaRPr lang="en-US" sz="22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service, and restaurant style</a:t>
            </a:r>
            <a:endParaRPr lang="en-US" sz="22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together in one place.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737" y="0"/>
            <a:ext cx="71248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187" y="0"/>
            <a:ext cx="3657509" cy="6858000"/>
          </a:xfrm>
          <a:prstGeom prst="rect">
            <a:avLst/>
          </a:prstGeom>
          <a:solidFill>
            <a:srgbClr val="6C0F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189" y="533400"/>
            <a:ext cx="176525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A B ST RACT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189" y="609600"/>
            <a:ext cx="9551252" cy="1188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dirty="0">
                <a:solidFill>
                  <a:srgbClr val="C7351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first click to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457189" y="1498600"/>
            <a:ext cx="5083742" cy="1188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dirty="0">
                <a:solidFill>
                  <a:srgbClr val="C7351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first meal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457189" y="3136900"/>
            <a:ext cx="8294480" cy="798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website should make Giriraje easy to understand,</a:t>
            </a:r>
            <a:endParaRPr lang="en-US" sz="22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explore, and choose.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889778" y="431800"/>
            <a:ext cx="284562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 H E E X P E R I E N C 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45369" y="800100"/>
            <a:ext cx="2890864" cy="1855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9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Show the restaurant’s</a:t>
            </a:r>
            <a:endParaRPr lang="en-US" sz="1750" dirty="0"/>
          </a:p>
          <a:p>
            <a:pPr marL="0" indent="0" algn="l">
              <a:lnSpc>
                <a:spcPct val="139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style</a:t>
            </a:r>
            <a:endParaRPr lang="en-US" sz="1750" dirty="0"/>
          </a:p>
          <a:p>
            <a:pPr marL="0" indent="0" algn="l">
              <a:lnSpc>
                <a:spcPct val="139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Help people learn and</a:t>
            </a:r>
            <a:endParaRPr lang="en-US" sz="1750" dirty="0"/>
          </a:p>
          <a:p>
            <a:pPr marL="0" indent="0" algn="l">
              <a:lnSpc>
                <a:spcPct val="139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decide</a:t>
            </a:r>
            <a:endParaRPr lang="en-US" sz="1750" dirty="0"/>
          </a:p>
          <a:p>
            <a:pPr marL="0" indent="0" algn="l">
              <a:lnSpc>
                <a:spcPct val="139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Make the next step easy</a:t>
            </a: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576" y="965200"/>
            <a:ext cx="76198" cy="7620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576" y="1651000"/>
            <a:ext cx="76198" cy="7620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576" y="2349500"/>
            <a:ext cx="76198" cy="7620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2882900"/>
            <a:ext cx="2514537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6" y="0"/>
            <a:ext cx="495367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39959" y="532507"/>
            <a:ext cx="262714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 H E R E STAU RA N T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739959" y="942181"/>
            <a:ext cx="5344780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58000"/>
              </a:lnSpc>
              <a:buNone/>
            </a:pPr>
            <a:r>
              <a:rPr lang="en-US" sz="5200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About Giriraje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739959" y="1689398"/>
            <a:ext cx="6451736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Giriraje is explained through three simple ideas: the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739959" y="2013843"/>
            <a:ext cx="6451736" cy="313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restaurant story, the food and service, and the guest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739959" y="2327176"/>
            <a:ext cx="6451736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experience before arrival.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739959" y="3434159"/>
            <a:ext cx="83192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39959" y="3804841"/>
            <a:ext cx="269669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Restaurant story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5739959" y="4558109"/>
            <a:ext cx="8319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39959" y="4919266"/>
            <a:ext cx="2755434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Food and service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5739959" y="5672534"/>
            <a:ext cx="8319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39959" y="6033691"/>
            <a:ext cx="262625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First connection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5743431" y="4319488"/>
            <a:ext cx="5962501" cy="9525"/>
          </a:xfrm>
          <a:prstGeom prst="rect">
            <a:avLst/>
          </a:prstGeom>
          <a:solidFill>
            <a:srgbClr val="E455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5743431" y="5433913"/>
            <a:ext cx="5962501" cy="9525"/>
          </a:xfrm>
          <a:prstGeom prst="rect">
            <a:avLst/>
          </a:prstGeom>
          <a:solidFill>
            <a:srgbClr val="E4553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456307"/>
            <a:ext cx="433575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B7A4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W H AT T H E W E B S I T E E N A B L E 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80990" y="762298"/>
            <a:ext cx="7020841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dirty="0">
                <a:solidFill>
                  <a:srgbClr val="F5E2B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Services that bring visitors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80990" y="1426071"/>
            <a:ext cx="537266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F5E2BD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Explore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80990" y="1927423"/>
            <a:ext cx="598224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See the menu and food.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80990" y="2722066"/>
            <a:ext cx="419545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F5E2BD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Understand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80990" y="3223320"/>
            <a:ext cx="4805044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Find key information quickly.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380990" y="4084141"/>
            <a:ext cx="511072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F5E2BD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Connect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80990" y="4574778"/>
            <a:ext cx="5720314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Ask questions, reserve, or contact.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80990" y="5436691"/>
            <a:ext cx="5209251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F5E2BD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Visit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80990" y="5937945"/>
            <a:ext cx="581883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Move from online interest to a visit.</a:t>
            </a:r>
            <a:endParaRPr lang="en-US" sz="17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6180" y="0"/>
            <a:ext cx="4558095" cy="6858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80990" y="2557363"/>
            <a:ext cx="6572086" cy="9525"/>
          </a:xfrm>
          <a:prstGeom prst="rect">
            <a:avLst/>
          </a:prstGeom>
          <a:solidFill>
            <a:srgbClr val="E455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380990" y="3919438"/>
            <a:ext cx="6572086" cy="9525"/>
          </a:xfrm>
          <a:prstGeom prst="rect">
            <a:avLst/>
          </a:prstGeom>
          <a:solidFill>
            <a:srgbClr val="E455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380990" y="5271988"/>
            <a:ext cx="6572086" cy="9525"/>
          </a:xfrm>
          <a:prstGeom prst="rect">
            <a:avLst/>
          </a:prstGeom>
          <a:solidFill>
            <a:srgbClr val="E4553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1936651"/>
            <a:ext cx="25082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8B7A4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 H E C O R E F 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31789" y="2199481"/>
            <a:ext cx="6951885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dirty="0">
                <a:solidFill>
                  <a:srgbClr val="F5E2B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Service details at a glance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31789" y="3108722"/>
            <a:ext cx="277547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31789" y="3580011"/>
            <a:ext cx="2606610" cy="19050"/>
          </a:xfrm>
          <a:prstGeom prst="roundRect">
            <a:avLst>
              <a:gd name="adj" fmla="val 49999"/>
            </a:avLst>
          </a:prstGeom>
          <a:solidFill>
            <a:srgbClr val="C735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31789" y="3598466"/>
            <a:ext cx="266693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F5E2BD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Discover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31789" y="4056360"/>
            <a:ext cx="2775476" cy="276225"/>
          </a:xfrm>
          <a:prstGeom prst="rect">
            <a:avLst/>
          </a:prstGeom>
          <a:noFill/>
          <a:ln/>
        </p:spPr>
        <p:txBody>
          <a:bodyPr wrap="none" lIns="0" tIns="9525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Meet Giriraje and its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31789" y="4380805"/>
            <a:ext cx="134170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food.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3339322" y="3107432"/>
            <a:ext cx="1050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3339322" y="3512046"/>
            <a:ext cx="2603832" cy="19050"/>
          </a:xfrm>
          <a:prstGeom prst="roundRect">
            <a:avLst>
              <a:gd name="adj" fmla="val 49999"/>
            </a:avLst>
          </a:prstGeom>
          <a:solidFill>
            <a:srgbClr val="C735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339322" y="3599061"/>
            <a:ext cx="266693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F5E2BD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Review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339322" y="4056955"/>
            <a:ext cx="2904755" cy="276225"/>
          </a:xfrm>
          <a:prstGeom prst="rect">
            <a:avLst/>
          </a:prstGeom>
          <a:noFill/>
          <a:ln/>
        </p:spPr>
        <p:txBody>
          <a:bodyPr wrap="none" lIns="0" tIns="9525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Understand the food and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339322" y="4381401"/>
            <a:ext cx="174283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service.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247847" y="3107432"/>
            <a:ext cx="105099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03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6247847" y="3512046"/>
            <a:ext cx="2600260" cy="19050"/>
          </a:xfrm>
          <a:prstGeom prst="roundRect">
            <a:avLst>
              <a:gd name="adj" fmla="val 49999"/>
            </a:avLst>
          </a:prstGeom>
          <a:solidFill>
            <a:srgbClr val="C735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247847" y="3608586"/>
            <a:ext cx="266693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F5E2BD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Choose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247847" y="4066480"/>
            <a:ext cx="284790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Choose how to visit or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247847" y="4381401"/>
            <a:ext cx="123891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ask.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9152800" y="2913162"/>
            <a:ext cx="2609685" cy="2010370"/>
          </a:xfrm>
          <a:prstGeom prst="rect">
            <a:avLst/>
          </a:prstGeom>
          <a:solidFill>
            <a:srgbClr val="3E090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385164" y="3025180"/>
            <a:ext cx="105020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04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9385164" y="3502124"/>
            <a:ext cx="2148727" cy="19050"/>
          </a:xfrm>
          <a:prstGeom prst="roundRect">
            <a:avLst>
              <a:gd name="adj" fmla="val 49999"/>
            </a:avLst>
          </a:prstGeom>
          <a:solidFill>
            <a:srgbClr val="C735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385164" y="3666232"/>
            <a:ext cx="2377321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Connect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385164" y="4165203"/>
            <a:ext cx="23773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Take the next step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385164" y="4480123"/>
            <a:ext cx="15353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easily.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366111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933" y="0"/>
            <a:ext cx="7068762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22933" y="427930"/>
            <a:ext cx="706876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 H E VA LU E O F T H E E X P E R I E N C E</a:t>
            </a:r>
            <a:endParaRPr lang="en-US" sz="1250" dirty="0"/>
          </a:p>
        </p:txBody>
      </p:sp>
      <p:sp>
        <p:nvSpPr>
          <p:cNvPr id="5" name="Text 1"/>
          <p:cNvSpPr/>
          <p:nvPr/>
        </p:nvSpPr>
        <p:spPr>
          <a:xfrm>
            <a:off x="5122933" y="731242"/>
            <a:ext cx="6464337" cy="606623"/>
          </a:xfrm>
          <a:prstGeom prst="rect">
            <a:avLst/>
          </a:prstGeom>
          <a:noFill/>
          <a:ln/>
        </p:spPr>
        <p:txBody>
          <a:bodyPr wrap="none" lIns="0" tIns="104772" rIns="0" bIns="0" rtlCol="0" anchor="t"/>
          <a:lstStyle/>
          <a:p>
            <a:pPr marL="0" indent="0" algn="l">
              <a:lnSpc>
                <a:spcPct val="63000"/>
              </a:lnSpc>
              <a:buNone/>
            </a:pPr>
            <a:r>
              <a:rPr lang="en-US" sz="5200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Why Giriraje?</a:t>
            </a:r>
            <a:endParaRPr lang="en-US" sz="5200" dirty="0"/>
          </a:p>
        </p:txBody>
      </p:sp>
      <p:sp>
        <p:nvSpPr>
          <p:cNvPr id="6" name="Text 2"/>
          <p:cNvSpPr/>
          <p:nvPr/>
        </p:nvSpPr>
        <p:spPr>
          <a:xfrm>
            <a:off x="5122933" y="1475780"/>
            <a:ext cx="6464337" cy="477044"/>
          </a:xfrm>
          <a:prstGeom prst="rect">
            <a:avLst/>
          </a:prstGeom>
          <a:noFill/>
          <a:ln/>
        </p:spPr>
        <p:txBody>
          <a:bodyPr wrap="none" lIns="0" tIns="77087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A clear identity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5122933" y="1891903"/>
            <a:ext cx="706876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food style is clear from the first screen.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122933" y="2845991"/>
            <a:ext cx="706876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A useful first impression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5122933" y="3347244"/>
            <a:ext cx="7068762" cy="352425"/>
          </a:xfrm>
          <a:prstGeom prst="rect">
            <a:avLst/>
          </a:prstGeom>
          <a:noFill/>
          <a:ln/>
        </p:spPr>
        <p:txBody>
          <a:bodyPr wrap="none" lIns="0" tIns="1905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People can understand the restaurant before they visit.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5122933" y="4170561"/>
            <a:ext cx="706876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Information around needs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5122933" y="4671814"/>
            <a:ext cx="7068762" cy="352425"/>
          </a:xfrm>
          <a:prstGeom prst="rect">
            <a:avLst/>
          </a:prstGeom>
          <a:noFill/>
          <a:ln/>
        </p:spPr>
        <p:txBody>
          <a:bodyPr wrap="none" lIns="0" tIns="1905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Information is arranged around common questions.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5122933" y="5495131"/>
            <a:ext cx="706876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A memorable bridge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5122933" y="5996384"/>
            <a:ext cx="7068762" cy="351334"/>
          </a:xfrm>
          <a:prstGeom prst="rect">
            <a:avLst/>
          </a:prstGeom>
          <a:noFill/>
          <a:ln/>
        </p:spPr>
        <p:txBody>
          <a:bodyPr wrap="none" lIns="0" tIns="18034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website connects online discovery with a restaurant visit.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191" y="456307"/>
            <a:ext cx="29537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B7A4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U S E F U L BY D E S I G 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06191" y="649387"/>
            <a:ext cx="6391214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dirty="0">
                <a:solidFill>
                  <a:srgbClr val="F5E2B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Useful website features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09565" y="1438275"/>
            <a:ext cx="552436" cy="552450"/>
          </a:xfrm>
          <a:prstGeom prst="rect">
            <a:avLst/>
          </a:prstGeom>
          <a:solidFill>
            <a:srgbClr val="F5E2B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06191" y="2113955"/>
            <a:ext cx="262863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Simple navigation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06191" y="2614216"/>
            <a:ext cx="419873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People can find things easily.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914677" y="1438275"/>
            <a:ext cx="561961" cy="552450"/>
          </a:xfrm>
          <a:prstGeom prst="rect">
            <a:avLst/>
          </a:prstGeom>
          <a:solidFill>
            <a:srgbClr val="F5E2B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916364" y="2113955"/>
            <a:ext cx="191050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Food visuals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916364" y="2588716"/>
            <a:ext cx="3345771" cy="626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Images show the food and</a:t>
            </a:r>
            <a:endParaRPr lang="en-US" sz="17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mood.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409565" y="4076700"/>
            <a:ext cx="552436" cy="552450"/>
          </a:xfrm>
          <a:prstGeom prst="rect">
            <a:avLst/>
          </a:prstGeom>
          <a:solidFill>
            <a:srgbClr val="F5E2B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06191" y="4752380"/>
            <a:ext cx="334686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One information space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06191" y="5243116"/>
            <a:ext cx="3717634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Service details are in one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06191" y="5566966"/>
            <a:ext cx="133545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place.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3914677" y="4076700"/>
            <a:ext cx="561961" cy="552450"/>
          </a:xfrm>
          <a:prstGeom prst="rect">
            <a:avLst/>
          </a:prstGeom>
          <a:solidFill>
            <a:srgbClr val="F5E2B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916364" y="4752380"/>
            <a:ext cx="269898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Clear next actions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916364" y="5243116"/>
            <a:ext cx="442177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Clear buttons show what to do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3916364" y="5566966"/>
            <a:ext cx="121807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next.</a:t>
            </a:r>
            <a:endParaRPr lang="en-US" sz="17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179" y="0"/>
            <a:ext cx="436849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549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19381" y="507901"/>
            <a:ext cx="47451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 H E M E N U AS A D EC I S I O N TO O L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319381" y="815479"/>
            <a:ext cx="6872314" cy="1294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200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menu should help</a:t>
            </a:r>
            <a:endParaRPr lang="en-US" sz="5200" dirty="0"/>
          </a:p>
          <a:p>
            <a:pPr marL="0" indent="0" algn="l">
              <a:lnSpc>
                <a:spcPct val="82000"/>
              </a:lnSpc>
              <a:buNone/>
            </a:pPr>
            <a:r>
              <a:rPr lang="en-US" sz="5200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people choose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319381" y="2312591"/>
            <a:ext cx="6872314" cy="626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Use good food images, short descriptions, and clear sections.</a:t>
            </a:r>
            <a:endParaRPr lang="en-US" sz="17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This helps people understand the food before they visit.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446578" y="5378252"/>
            <a:ext cx="6350" cy="942280"/>
          </a:xfrm>
          <a:prstGeom prst="rect">
            <a:avLst/>
          </a:prstGeom>
          <a:solidFill>
            <a:srgbClr val="E455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319381" y="5382022"/>
            <a:ext cx="116718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Show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19381" y="5745163"/>
            <a:ext cx="213354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Show the food.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9599769" y="5378252"/>
            <a:ext cx="6350" cy="942280"/>
          </a:xfrm>
          <a:prstGeom prst="rect">
            <a:avLst/>
          </a:prstGeom>
          <a:solidFill>
            <a:srgbClr val="E455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676363" y="5382022"/>
            <a:ext cx="133803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Explain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76363" y="5740102"/>
            <a:ext cx="1929756" cy="236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Keep text short.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9832134" y="5382022"/>
            <a:ext cx="147574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Organise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924602" cy="6858000"/>
          </a:xfrm>
          <a:prstGeom prst="rect">
            <a:avLst/>
          </a:prstGeom>
          <a:solidFill>
            <a:srgbClr val="6C0F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31789" y="503932"/>
            <a:ext cx="31296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 H E G U E ST J O U R N E 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31789" y="913606"/>
            <a:ext cx="8158951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58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simple guest journey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31789" y="1687116"/>
            <a:ext cx="633476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1.    Open the website and recognise Giriraje.</a:t>
            </a:r>
            <a:endParaRPr lang="en-US" sz="17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2.   Understand what the restaurant offers.</a:t>
            </a:r>
            <a:endParaRPr lang="en-US" sz="17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3.   Check important details before visiting.</a:t>
            </a:r>
            <a:endParaRPr lang="en-US" sz="17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4.   Choose what to do next.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312" y="0"/>
            <a:ext cx="426957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0" spc="90" dirty="0">
                <a:solidFill>
                  <a:srgbClr val="F5E2BD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THE BIG IDEA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1008162"/>
            <a:ext cx="10972526" cy="10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200" dirty="0">
                <a:solidFill>
                  <a:srgbClr val="F5E2B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Final Message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585" y="2264767"/>
            <a:ext cx="10972526" cy="917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950"/>
              </a:spcAft>
              <a:buNone/>
            </a:pP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Giriraje’s website should feel as welcoming as the restaurant itself.</a:t>
            </a:r>
            <a:endParaRPr lang="en-US" sz="17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By bringing together the story, services, menu, and guest journey, the website can turn interest into a visit.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09585" y="3487142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09585" y="3823692"/>
            <a:ext cx="1158211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F5E2BD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Simple information. Strong identity. Better guest decisions.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0" spc="90" dirty="0">
                <a:solidFill>
                  <a:srgbClr val="FFFFFF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1008162"/>
            <a:ext cx="10972526" cy="134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600" dirty="0">
                <a:solidFill>
                  <a:srgbClr val="F5E2B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Thank You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09585" y="2600027"/>
            <a:ext cx="10972526" cy="917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950"/>
              </a:spcAft>
              <a:buNone/>
            </a:pP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Thank you for exploring the Giriraje Food Restaurant website idea.</a:t>
            </a:r>
            <a:endParaRPr lang="en-US" sz="17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Questions or suggestions?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09585" y="3822402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09585" y="4158952"/>
            <a:ext cx="1158211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Giriraje — good food, warm service, memorable visits.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651</Words>
  <Application>Microsoft Office PowerPoint</Application>
  <PresentationFormat>Widescreen</PresentationFormat>
  <Paragraphs>136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Viraj PRO GAMER</cp:lastModifiedBy>
  <cp:revision>3</cp:revision>
  <dcterms:created xsi:type="dcterms:W3CDTF">2026-09-30T02:39:52Z</dcterms:created>
  <dcterms:modified xsi:type="dcterms:W3CDTF">2026-10-13T09:13:18Z</dcterms:modified>
</cp:coreProperties>
</file>